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21916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70C0"/>
                </a:solidFill>
                <a:latin typeface="Microsoft YaHei"/>
              </a:defRPr>
            </a:pPr>
            <a:r>
              <a:t>计算机网络测试题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65760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46464"/>
                </a:solidFill>
                <a:latin typeface="Microsoft YaHei"/>
              </a:defRPr>
            </a:pPr>
            <a:r>
              <a:t>共 1 道题目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Microsoft YaHei"/>
              </a:defRPr>
            </a:pPr>
            <a:r>
              <a:t>第 1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200" b="1"/>
            </a:pPr>
            <a:r>
              <a:rPr>
                <a:latin typeface="Microsoft YaHei"/>
              </a:rPr>
              <a:t>【单选题】 (2分) 关于网络应用（network application）和应用层协议（network application-layer protocol），下列说法正确的是（）。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tab val="7620"/>
            </a:pPr>
            <a:r>
              <a:rPr sz="2000">
                <a:latin typeface="Microsoft YaHei"/>
              </a:rPr>
              <a:t>A) 应用层协议的性能对网络应用的性能没有影响。</a:t>
            </a:r>
            <a:r>
              <a:rPr sz="2000"/>
              <a:t>	</a:t>
            </a:r>
            <a:r>
              <a:rPr sz="2000">
                <a:latin typeface="Microsoft YaHei"/>
              </a:rPr>
              <a:t>B) 应用层协议负责数据传输。</a:t>
            </a:r>
          </a:p>
          <a:p>
            <a:pPr algn="l">
              <a:spcAft>
                <a:spcPts val="1200"/>
              </a:spcAft>
              <a:tab val="7620"/>
            </a:pPr>
            <a:r>
              <a:rPr sz="2000">
                <a:latin typeface="Microsoft YaHei"/>
              </a:rPr>
              <a:t>C) 网络应用就是应用层协议，二者没有区别。</a:t>
            </a:r>
            <a:r>
              <a:rPr sz="2000"/>
              <a:t>	</a:t>
            </a:r>
            <a:r>
              <a:rPr sz="2000">
                <a:latin typeface="Microsoft YaHei"/>
              </a:rPr>
              <a:t>D) 应用层协议的设计包括用户界面的设计。</a:t>
            </a:r>
          </a:p>
        </p:txBody>
      </p:sp>
      <p:sp>
        <p:nvSpPr>
          <p:cNvPr id="5" name="AnimatedAnswerShape"/>
          <p:cNvSpPr txBox="1"/>
          <p:nvPr/>
        </p:nvSpPr>
        <p:spPr>
          <a:xfrm>
            <a:off x="914400" y="42062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9600"/>
                </a:solidFill>
              </a:defRPr>
            </a:pPr>
            <a:r>
              <a:t>【正确答案】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800">
                <a:solidFill>
                  <a:srgbClr val="646464"/>
                </a:solidFill>
              </a:rPr>
              <a:t>【解析】 </a:t>
            </a:r>
            <a:r>
              <a:rPr sz="1800">
                <a:latin typeface="Microsoft YaHei"/>
              </a:rPr>
              <a:t>知识点解析：本题考查计算机科学中网络应用与应用层协议的区别。网络应用是用户使用的程序（如浏览器），应用层协议是这些程序通信的规则（如HTTP）。选项A错误，协议性能直接影响应用性能；选项B正确，应用层协议定义了数据传输的格式和规则；选项C错误，二者是不同概念；选项D错误，用户界面设计属于应用本身，而非协议设计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