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icrosoft YaHei"/>
              </a:rPr>
              <a:t>知识点：二叉树性质。满二叉树时叶子节点最多，但求最小层数：第k层最多</a:t>
            </a:r>
            <a:r>
              <a:rPr i="1" sz="1800">
                <a:latin typeface="Cambria Math"/>
              </a:rPr>
              <a:t>2^{k-1}</a:t>
            </a:r>
            <a:r>
              <a:rPr sz="1800">
                <a:latin typeface="Microsoft YaHei"/>
              </a:rPr>
              <a:t>个叶子，</a:t>
            </a:r>
            <a:r>
              <a:rPr i="1" sz="1800">
                <a:latin typeface="Cambria Math"/>
              </a:rPr>
              <a:t>2^{k-1} ≥ 10</a:t>
            </a:r>
            <a:r>
              <a:rPr sz="1800">
                <a:latin typeface="Microsoft YaHei"/>
              </a:rPr>
              <a:t>，k最小为5层？计算：</a:t>
            </a:r>
            <a:r>
              <a:rPr i="1" sz="1800">
                <a:latin typeface="Cambria Math"/>
              </a:rPr>
              <a:t>2^{3}=8&lt;10</a:t>
            </a:r>
            <a:r>
              <a:rPr sz="1800">
                <a:latin typeface="Microsoft YaHei"/>
              </a:rPr>
              <a:t>，</a:t>
            </a:r>
            <a:r>
              <a:rPr i="1" sz="1800">
                <a:latin typeface="Cambria Math"/>
              </a:rPr>
              <a:t>2^{4}=16≥10</a:t>
            </a:r>
            <a:r>
              <a:rPr sz="1800">
                <a:latin typeface="Microsoft YaHei"/>
              </a:rPr>
              <a:t>，所以至少4层。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