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导数公式测试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576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46464"/>
                </a:solidFill>
                <a:latin typeface="微软雅黑" panose="020B0503020204020204" charset="-122"/>
              </a:defRPr>
            </a:pPr>
            <a:r>
              <a:t>共 3 道题目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1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求导数：</a:t>
            </a:r>
          </a:p>
        </p:txBody>
      </p:sp>
      <p:pic>
        <p:nvPicPr>
          <p:cNvPr id="4" name="Picture 3" descr="latex_2d06b4d06997403c4e1dd2a8db5f36f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580" y="1490980"/>
            <a:ext cx="1828800" cy="129549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$\frac\{d\}\{dx\}(x^3 + 2x^2 - 5x + 1) = 3x^2 + 4x - 5$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【解析】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应用幂函数求导法则：</a:t>
            </a:r>
          </a:p>
        </p:txBody>
      </p:sp>
      <p:pic>
        <p:nvPicPr>
          <p:cNvPr id="8" name="Picture 7" descr="latex_fabd948ca16a4797f69f230f9fa2fc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937760"/>
            <a:ext cx="1828800" cy="2147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2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计算：</a:t>
            </a:r>
          </a:p>
        </p:txBody>
      </p:sp>
      <p:pic>
        <p:nvPicPr>
          <p:cNvPr id="4" name="Picture 3" descr="latex_882de756f9e83826a4c5796f66528ff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828800" cy="264804"/>
          </a:xfrm>
          <a:prstGeom prst="rect">
            <a:avLst/>
          </a:prstGeom>
        </p:spPr>
      </p:pic>
      <p:sp>
        <p:nvSpPr>
          <p:cNvPr id="5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【解析】 </a:t>
            </a:r>
          </a:p>
        </p:txBody>
      </p:sp>
      <p:pic>
        <p:nvPicPr>
          <p:cNvPr id="7" name="Picture 6" descr="latex_769f892229afa5358c6d873dec862a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617720"/>
            <a:ext cx="1828800" cy="2043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0749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latin typeface="微软雅黑" panose="020B0503020204020204" charset="-122"/>
              </a:defRPr>
            </a:pPr>
            <a:r>
              <a:t>，代入得 hmtBc(-1) - (-1) = 2$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0C0"/>
                </a:solidFill>
                <a:latin typeface="微软雅黑" panose="020B0503020204020204" charset="-122"/>
              </a:defRPr>
            </a:pPr>
            <a:r>
              <a:t>第 3 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求偏导数：</a:t>
            </a:r>
          </a:p>
        </p:txBody>
      </p:sp>
      <p:pic>
        <p:nvPicPr>
          <p:cNvPr id="4" name="Picture 3" descr="latex_fa2898f295db8f4aac2079b7b6957a8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1828800" cy="2333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74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latin typeface="微软雅黑" panose="020B0503020204020204" charset="-122"/>
              </a:defRPr>
            </a:pPr>
            <a:r>
              <a:t>，求 </a:t>
            </a:r>
          </a:p>
        </p:txBody>
      </p:sp>
      <p:pic>
        <p:nvPicPr>
          <p:cNvPr id="6" name="Picture 5" descr="latex_bd39c3afe281b58bc4f7542d68d88d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1828800" cy="153847"/>
          </a:xfrm>
          <a:prstGeom prst="rect">
            <a:avLst/>
          </a:prstGeom>
        </p:spPr>
      </p:pic>
      <p:sp>
        <p:nvSpPr>
          <p:cNvPr id="7" name="AnimatedAnswerShape"/>
          <p:cNvSpPr txBox="1"/>
          <p:nvPr/>
        </p:nvSpPr>
        <p:spPr>
          <a:xfrm>
            <a:off x="914400" y="3840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009600"/>
                </a:solidFill>
              </a:defRPr>
            </a:pPr>
            <a:r>
              <a:t>【正确答案】 $\frac\{\partial\}\{\partial x\}f(x,y) = 2xy + y^2$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46464"/>
                </a:solidFill>
              </a:rPr>
              <a:t>【解析】 </a:t>
            </a:r>
            <a:r>
              <a:rPr sz="1800">
                <a:latin typeface="微软雅黑" panose="020B0503020204020204" charset="-122"/>
              </a:rPr>
              <a:t>将 y 视为常数，对 x 求偏导</a:t>
            </a:r>
            <a:endParaRPr sz="1800"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WPS 演示</Application>
  <PresentationFormat>On-screen Show (4:3)</PresentationFormat>
  <Paragraphs>34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朱虹霖</cp:lastModifiedBy>
  <cp:revision>2</cp:revision>
  <dcterms:created xsi:type="dcterms:W3CDTF">2013-01-27T09:14:00Z</dcterms:created>
  <dcterms:modified xsi:type="dcterms:W3CDTF">2026-04-13T05:15:48Z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ECC1D1D7767D442D801E7C21D838EA04_12</vt:lpwstr>
  </property>
  <property fmtid="{D5CDD505-2E9C-101B-9397-08002B2CF9AE}" pid="3" name="KSOProductBuildVer">
    <vt:lpwstr>2052-12.1.0.23542</vt:lpwstr>
  </property>
</Properties>
</file>