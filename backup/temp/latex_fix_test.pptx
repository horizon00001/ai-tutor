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LaTeX 转义修复测试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2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求导数：</a:t>
            </a:r>
          </a:p>
        </p:txBody>
      </p:sp>
      <p:pic>
        <p:nvPicPr>
          <p:cNvPr id="4" name="Picture 3" descr="latex_27fe36eeda5eba6dce4d286c1a4208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180132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779145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$\frac\{d\}\{dx\}(x^3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fabd948ca16a4797f69f230f9fa2fc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37760"/>
            <a:ext cx="1828800" cy="21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计算：</a:t>
            </a:r>
          </a:p>
        </p:txBody>
      </p:sp>
      <p:pic>
        <p:nvPicPr>
          <p:cNvPr id="4" name="Picture 3" descr="latex_4795801a35e84a6d05fac349bb7beff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18166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$\frac\{7\}\{6\}$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通分后计算：</a:t>
            </a:r>
          </a:p>
        </p:txBody>
      </p:sp>
      <p:pic>
        <p:nvPicPr>
          <p:cNvPr id="8" name="Picture 7" descr="latex_8870fb640aba68253f95fe748bd3a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37760"/>
            <a:ext cx="1828800" cy="118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WPS 演示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2026-04-13T05:15:45Z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D1B36C83442C428B95940CDA1474C9E0_12</vt:lpwstr>
  </property>
  <property fmtid="{D5CDD505-2E9C-101B-9397-08002B2CF9AE}" pid="3" name="KSOProductBuildVer">
    <vt:lpwstr>2052-12.1.0.23542</vt:lpwstr>
  </property>
</Properties>
</file>