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LaTeX 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3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求下列方程的解：</a:t>
            </a:r>
          </a:p>
        </p:txBody>
      </p:sp>
      <p:pic>
        <p:nvPicPr>
          <p:cNvPr id="4" name="Picture 3" descr="latex_f516dc67efdfd0ffdabb0f63cda6db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276816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由勾股定理可得：</a:t>
            </a:r>
          </a:p>
        </p:txBody>
      </p:sp>
      <p:pic>
        <p:nvPicPr>
          <p:cNvPr id="8" name="Picture 7" descr="latex_751fc357275da8abfbc01e602c9625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1828800" cy="291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394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，两边同时开方得解。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计算积分：</a:t>
            </a:r>
          </a:p>
        </p:txBody>
      </p:sp>
      <p:pic>
        <p:nvPicPr>
          <p:cNvPr id="4" name="Picture 3" descr="latex_d6c015003172c352eeefadebd3dcab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212420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根据基本积分公式：</a:t>
            </a:r>
          </a:p>
        </p:txBody>
      </p:sp>
      <p:pic>
        <p:nvPicPr>
          <p:cNvPr id="8" name="Picture 7" descr="latex_769f892229afa5358c6d873dec862a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1828800" cy="2043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394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，代入上下限计算得 2。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判断题：</a:t>
            </a:r>
          </a:p>
        </p:txBody>
      </p:sp>
      <p:pic>
        <p:nvPicPr>
          <p:cNvPr id="4" name="Picture 3" descr="latex_e115f82acc6db8aa89fd3ec7102af5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322729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正确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当 a 和 b 同号时，分数为正。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