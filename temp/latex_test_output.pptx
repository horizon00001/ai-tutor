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LaTeX 公式渲染测试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  <a:latin typeface="微软雅黑" panose="020B0503020204020204" charset="-122"/>
              </a:defRPr>
            </a:pPr>
            <a:r>
              <a:t>共 4 道题目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1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微软雅黑" panose="020B0503020204020204" charset="-122"/>
              </a:defRPr>
            </a:pPr>
            <a:r>
              <a:t>计算：</a:t>
            </a:r>
          </a:p>
        </p:txBody>
      </p:sp>
      <p:pic>
        <p:nvPicPr>
          <p:cNvPr id="4" name="Picture 3" descr="latex_76cbc91cabd9b3523d6c31372199c3b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1828800" cy="194209"/>
          </a:xfrm>
          <a:prstGeom prst="rect">
            <a:avLst/>
          </a:prstGeom>
        </p:spPr>
      </p:pic>
      <p:sp>
        <p:nvSpPr>
          <p:cNvPr id="5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$_x000C_rac{7}{6}$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【解析】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通分后计算：</a:t>
            </a:r>
          </a:p>
        </p:txBody>
      </p:sp>
      <p:pic>
        <p:nvPicPr>
          <p:cNvPr id="8" name="Picture 7" descr="latex_8870fb640aba68253f95fe748bd3aa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937760"/>
            <a:ext cx="1828800" cy="1187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2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微软雅黑" panose="020B0503020204020204" charset="-122"/>
              </a:defRPr>
            </a:pPr>
            <a:r>
              <a:t>求导数：</a:t>
            </a:r>
          </a:p>
        </p:txBody>
      </p:sp>
      <p:pic>
        <p:nvPicPr>
          <p:cNvPr id="4" name="Picture 3" descr="latex_da836ad98d8105d9557884a6f02ae8a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1828800" cy="144189"/>
          </a:xfrm>
          <a:prstGeom prst="rect">
            <a:avLst/>
          </a:prstGeom>
        </p:spPr>
      </p:pic>
      <p:sp>
        <p:nvSpPr>
          <p:cNvPr id="5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$_x000C_rac{d}{dx}(x^3 + 2x^2 - 5x + 1) = 3x^2 + 4x - 5$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【解析】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应用幂函数求导法则：</a:t>
            </a:r>
          </a:p>
        </p:txBody>
      </p:sp>
      <p:pic>
        <p:nvPicPr>
          <p:cNvPr id="8" name="Picture 7" descr="latex_55fb7e3ebf211fddfaa0d16ab157d2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937760"/>
            <a:ext cx="1828800" cy="1560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3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微软雅黑" panose="020B0503020204020204" charset="-122"/>
              </a:defRPr>
            </a:pPr>
            <a:r>
              <a:t>求和：</a:t>
            </a:r>
          </a:p>
        </p:txBody>
      </p:sp>
      <p:pic>
        <p:nvPicPr>
          <p:cNvPr id="4" name="Picture 3" descr="latex_75231d3a0f411b459018d3cf9ebcd6a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1828800" cy="246927"/>
          </a:xfrm>
          <a:prstGeom prst="rect">
            <a:avLst/>
          </a:prstGeom>
        </p:spPr>
      </p:pic>
      <p:sp>
        <p:nvSpPr>
          <p:cNvPr id="5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5050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【解析】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等差数列求和公式：</a:t>
            </a:r>
          </a:p>
        </p:txBody>
      </p:sp>
      <p:pic>
        <p:nvPicPr>
          <p:cNvPr id="8" name="Picture 7" descr="latex_ac84c7f61d67e9a3ec057631e177ee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295" y="4937760"/>
            <a:ext cx="1828800" cy="918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4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微软雅黑" panose="020B0503020204020204" charset="-122"/>
              </a:defRPr>
            </a:pPr>
            <a:r>
              <a:t>证明：若 </a:t>
            </a:r>
          </a:p>
        </p:txBody>
      </p:sp>
      <p:pic>
        <p:nvPicPr>
          <p:cNvPr id="4" name="Picture 3" descr="latex_3ee692a199c125547910ce579e53df0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1828800" cy="7664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874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微软雅黑" panose="020B0503020204020204" charset="-122"/>
              </a:defRPr>
            </a:pPr>
            <a:r>
              <a:t>，则 </a:t>
            </a:r>
          </a:p>
        </p:txBody>
      </p:sp>
      <p:pic>
        <p:nvPicPr>
          <p:cNvPr id="6" name="Picture 5" descr="latex_d2a6cea96675b0c58837f201c8f338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1828800" cy="521208"/>
          </a:xfrm>
          <a:prstGeom prst="rect">
            <a:avLst/>
          </a:prstGeom>
        </p:spPr>
      </p:pic>
      <p:sp>
        <p:nvSpPr>
          <p:cNvPr id="7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证明过程见解析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由正数的平方仍为正数可得。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</Words>
  <Application>WPS 演示</Application>
  <PresentationFormat>On-screen Show (4:3)</PresentationFormat>
  <Paragraphs>44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朱虹霖</cp:lastModifiedBy>
  <cp:revision>2</cp:revision>
  <dcterms:created xsi:type="dcterms:W3CDTF">2013-01-27T09:14:00Z</dcterms:created>
  <dcterms:modified xsi:type="dcterms:W3CDTF">2026-04-13T03:02:07Z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8C9D635EF1954CDAABD8A9D6C022AABC_12</vt:lpwstr>
  </property>
  <property fmtid="{D5CDD505-2E9C-101B-9397-08002B2CF9AE}" pid="3" name="KSOProductBuildVer">
    <vt:lpwstr>2052-12.1.0.23542</vt:lpwstr>
  </property>
</Properties>
</file>