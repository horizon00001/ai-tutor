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导数公式测试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3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求导数：</a:t>
            </a:r>
          </a:p>
        </p:txBody>
      </p:sp>
      <p:pic>
        <p:nvPicPr>
          <p:cNvPr id="4" name="Picture 3" descr="latex_2d06b4d06997403c4e1dd2a8db5f36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12954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$\frac\{d\}\{dx\}(x^3 + 2x^2 - 5x + 1) = 3x^2 + 4x - 5$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应用幂函数求导法则：</a:t>
            </a:r>
          </a:p>
        </p:txBody>
      </p:sp>
      <p:pic>
        <p:nvPicPr>
          <p:cNvPr id="8" name="Picture 7" descr="latex_fabd948ca16a4797f69f230f9fa2fc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1828800" cy="214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计算：</a:t>
            </a:r>
          </a:p>
        </p:txBody>
      </p:sp>
      <p:pic>
        <p:nvPicPr>
          <p:cNvPr id="4" name="Picture 3" descr="latex_882de756f9e83826a4c5796f66528f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264804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pic>
        <p:nvPicPr>
          <p:cNvPr id="7" name="Picture 6" descr="latex_769f892229afa5358c6d873dec862a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17720"/>
            <a:ext cx="1828800" cy="2043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074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，代入得 hmtBc(-1) - (-1) = 2$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求偏导数：</a:t>
            </a:r>
          </a:p>
        </p:txBody>
      </p:sp>
      <p:pic>
        <p:nvPicPr>
          <p:cNvPr id="4" name="Picture 3" descr="latex_fa2898f295db8f4aac2079b7b6957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828800" cy="233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74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，求 </a:t>
            </a:r>
          </a:p>
        </p:txBody>
      </p:sp>
      <p:pic>
        <p:nvPicPr>
          <p:cNvPr id="6" name="Picture 5" descr="latex_bd39c3afe281b58bc4f7542d68d88d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828800" cy="153847"/>
          </a:xfrm>
          <a:prstGeom prst="rect">
            <a:avLst/>
          </a:prstGeom>
        </p:spPr>
      </p:pic>
      <p:sp>
        <p:nvSpPr>
          <p:cNvPr id="7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$\frac\{\partial\}\{\partial x\}f(x,y) = 2xy + y^2$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将 y 视为常数，对 x 求偏导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