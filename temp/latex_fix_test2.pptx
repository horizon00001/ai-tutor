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70C0"/>
                </a:solidFill>
                <a:latin typeface="Microsoft YaHei"/>
              </a:defRPr>
            </a:pPr>
            <a:r>
              <a:t>LaTeX 图片缩放修复测试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6464"/>
                </a:solidFill>
                <a:latin typeface="Microsoft YaHei"/>
              </a:defRPr>
            </a:pPr>
            <a:r>
              <a:t>共 2 道题目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1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求导数：</a:t>
            </a:r>
          </a:p>
        </p:txBody>
      </p:sp>
      <p:pic>
        <p:nvPicPr>
          <p:cNvPr id="4" name="Picture 3" descr="latex_27fe36eeda5eba6dce4d286c1a4208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5486400" cy="540397"/>
          </a:xfrm>
          <a:prstGeom prst="rect">
            <a:avLst/>
          </a:prstGeom>
        </p:spPr>
      </p:pic>
      <p:sp>
        <p:nvSpPr>
          <p:cNvPr id="5" name="AnimatedAnswerShape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$\frac\{d\}\{dx\}(x^3 + 2x^2 - 5x + 1) = 3x^2 + 4x - 5$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【解析】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应用幂函数求导法则：</a:t>
            </a:r>
          </a:p>
        </p:txBody>
      </p:sp>
      <p:pic>
        <p:nvPicPr>
          <p:cNvPr id="8" name="Picture 7" descr="latex_fabd948ca16a4797f69f230f9fa2fc6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937760"/>
            <a:ext cx="4672584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Microsoft YaHei"/>
              </a:defRPr>
            </a:pPr>
            <a:r>
              <a:t>第 2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Microsoft YaHei"/>
              </a:defRPr>
            </a:pPr>
            <a:r>
              <a:t>计算：</a:t>
            </a:r>
          </a:p>
        </p:txBody>
      </p:sp>
      <p:pic>
        <p:nvPicPr>
          <p:cNvPr id="4" name="Picture 3" descr="latex_4795801a35e84a6d05fac349bb7bef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5486400" cy="545007"/>
          </a:xfrm>
          <a:prstGeom prst="rect">
            <a:avLst/>
          </a:prstGeom>
        </p:spPr>
      </p:pic>
      <p:sp>
        <p:nvSpPr>
          <p:cNvPr id="5" name="AnimatedAnswerShape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$\frac\{7\}\{6\}$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【解析】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Microsoft YaHei"/>
              </a:defRPr>
            </a:pPr>
            <a:r>
              <a:t>通分后计算：</a:t>
            </a:r>
          </a:p>
        </p:txBody>
      </p:sp>
      <p:pic>
        <p:nvPicPr>
          <p:cNvPr id="8" name="Picture 7" descr="latex_8870fb640aba68253f95fe748bd3aa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937760"/>
            <a:ext cx="5486400" cy="3562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