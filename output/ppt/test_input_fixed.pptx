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70C0"/>
                </a:solidFill>
                <a:latin typeface="Microsoft YaHei"/>
              </a:defRPr>
            </a:pPr>
            <a:r>
              <a:t>2024～2025学年第一学期期末考试试卷《计算机软件技术基础2》（C++、64学时）（B卷共6页）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6464"/>
                </a:solidFill>
                <a:latin typeface="Microsoft YaHei"/>
              </a:defRPr>
            </a:pPr>
            <a:r>
              <a:t>共 1 道题目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1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1400"/>
              </a:spcAft>
              <a:defRPr sz="2200" b="1"/>
            </a:pPr>
            <a:r>
              <a:rPr>
                <a:latin typeface="Microsoft YaHei"/>
              </a:rPr>
              <a:t>具有10个叶子节点的二叉树至少有多少层（层的数量）（ 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A) 4</a:t>
            </a:r>
            <a:r>
              <a:rPr sz="2000"/>
              <a:t>	</a:t>
            </a:r>
            <a:r>
              <a:rPr sz="2000">
                <a:latin typeface="Microsoft YaHei"/>
              </a:rPr>
              <a:t>B) 3</a:t>
            </a:r>
          </a:p>
          <a:p>
            <a:pPr algn="l">
              <a:spcAft>
                <a:spcPts val="1200"/>
              </a:spcAft>
            </a:pPr>
            <a:r>
              <a:rPr sz="2000">
                <a:latin typeface="Microsoft YaHei"/>
              </a:rPr>
              <a:t>C) 2</a:t>
            </a:r>
            <a:r>
              <a:rPr sz="2000"/>
              <a:t>	</a:t>
            </a:r>
            <a:r>
              <a:rPr sz="2000">
                <a:latin typeface="Microsoft YaHei"/>
              </a:rPr>
              <a:t>D) 1</a:t>
            </a: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9600"/>
                </a:solidFill>
              </a:defRPr>
            </a:pPr>
            <a:r>
              <a:t>【正确答案】 A</a:t>
            </a:r>
          </a:p>
          <a:p>
            <a:pPr algn="l"/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Microsoft YaHei"/>
              </a:rPr>
              <a:t>知识点：二叉树性质。满二叉树时叶子节点最多，但求最小层数：第k层最多</a:t>
            </a:r>
            <a:r>
              <a:rPr sz="1800" i="1">
                <a:latin typeface="Times New Roman"/>
              </a:rPr>
              <a:t>2^{k-1}</a:t>
            </a:r>
            <a:r>
              <a:rPr sz="1800">
                <a:latin typeface="Microsoft YaHei"/>
              </a:rPr>
              <a:t>个叶子，</a:t>
            </a:r>
            <a:r>
              <a:rPr sz="1800" i="1">
                <a:latin typeface="Times New Roman"/>
              </a:rPr>
              <a:t>2^{k-1} ≥ 10</a:t>
            </a:r>
            <a:r>
              <a:rPr sz="1800">
                <a:latin typeface="Microsoft YaHei"/>
              </a:rPr>
              <a:t>，k最小为5层？计算：</a:t>
            </a:r>
            <a:r>
              <a:rPr sz="1800" i="1">
                <a:latin typeface="Times New Roman"/>
              </a:rPr>
              <a:t>2^{3}=8&lt;10</a:t>
            </a:r>
            <a:r>
              <a:rPr sz="1800">
                <a:latin typeface="Microsoft YaHei"/>
              </a:rPr>
              <a:t>，</a:t>
            </a:r>
            <a:r>
              <a:rPr sz="1800" i="1">
                <a:latin typeface="Times New Roman"/>
              </a:rPr>
              <a:t>2^{4}=16≥10</a:t>
            </a:r>
            <a:r>
              <a:rPr sz="1800">
                <a:latin typeface="Microsoft YaHei"/>
              </a:rPr>
              <a:t>，所以至少4层。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99</Words>
  <Application>Microsoft Office PowerPoint</Application>
  <PresentationFormat>宽屏</PresentationFormat>
  <Paragraphs>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Microsoft YaHei</vt:lpstr>
      <vt:lpstr>Arial</vt:lpstr>
      <vt:lpstr>Calibri</vt:lpstr>
      <vt:lpstr>Times New Roman</vt:lpstr>
      <vt:lpstr>Office Theme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名 佚</cp:lastModifiedBy>
  <cp:revision>2</cp:revision>
  <dcterms:created xsi:type="dcterms:W3CDTF">2013-01-27T09:14:16Z</dcterms:created>
  <dcterms:modified xsi:type="dcterms:W3CDTF">2026-04-13T11:23:14Z</dcterms:modified>
  <cp:category/>
</cp:coreProperties>
</file>