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网络应用与应用层协议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微软雅黑" panose="020B0503020204020204" charset="-122"/>
              </a:defRPr>
            </a:pPr>
            <a:r>
              <a:t>共 1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微软雅黑" panose="020B0503020204020204" charset="-122"/>
              </a:rPr>
              <a:t>【单选题】 (2分) 关于网络应用（network application）和应用层协议（network application-layer protocol），下列说法正确的是（）。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微软雅黑" panose="020B0503020204020204" charset="-122"/>
              </a:rPr>
              <a:t>B) 应用层协议负责数据传输。</a:t>
            </a:r>
            <a:r>
              <a:rPr sz="2000"/>
              <a:t>	</a:t>
            </a:r>
            <a:r>
              <a:rPr sz="2000">
                <a:latin typeface="微软雅黑" panose="020B0503020204020204" charset="-122"/>
              </a:rPr>
              <a:t>C) 网络应用就是应用层协议，二者没有区别。</a:t>
            </a:r>
            <a:endParaRPr sz="20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2000">
                <a:latin typeface="微软雅黑" panose="020B0503020204020204" charset="-122"/>
              </a:rPr>
              <a:t>D) 应用层协议的设计包括用户界面的设计。</a:t>
            </a:r>
            <a:endParaRPr sz="20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知识点解析：本题考查计算机网络中网络应用和应用层协议的基本概念。网络应用是用户使用的软件（如浏览器、邮件客户端），而应用层协议定义了这些应用之间通信的规则（如HTTP、SMTP）。应用层协议负责数据传输（如通过TCP/UDP传输数据），但其性能直接影响网络应用的性能，二者有区别，且应用层协议设计不涉及用户界面（属于应用层软件设计）。选项B正确描述了应用层协议的功能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WPS 演示</Application>
  <PresentationFormat>On-screen Show (4:3)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朱虹霖</cp:lastModifiedBy>
  <cp:revision>2</cp:revision>
  <dcterms:created xsi:type="dcterms:W3CDTF">2013-01-27T09:14:00Z</dcterms:created>
  <dcterms:modified xsi:type="dcterms:W3CDTF">2026-04-13T03:02:05Z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EFED2F99D3774356AB9C2FD12CF2C0BB_12</vt:lpwstr>
  </property>
  <property fmtid="{D5CDD505-2E9C-101B-9397-08002B2CF9AE}" pid="3" name="KSOProductBuildVer">
    <vt:lpwstr>2052-12.1.0.23542</vt:lpwstr>
  </property>
</Properties>
</file>