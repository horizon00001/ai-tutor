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2024～2025学年第一学期期末考试试卷《计算机软件技术基础2》（C++、64学时）（B卷共6页）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1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400"/>
              </a:spcAft>
              <a:defRPr sz="2200" b="1"/>
            </a:pPr>
            <a:r>
              <a:rPr>
                <a:latin typeface="微软雅黑" panose="020B0503020204020204" charset="-122"/>
              </a:rPr>
              <a:t>具有10个叶子节点的二叉树至少有多少层（层的数量）（ ）。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</a:pPr>
            <a:r>
              <a:rPr sz="2000">
                <a:latin typeface="微软雅黑" panose="020B0503020204020204" charset="-122"/>
              </a:rPr>
              <a:t>A) 4</a:t>
            </a:r>
            <a:r>
              <a:rPr sz="2000"/>
              <a:t>	</a:t>
            </a:r>
            <a:r>
              <a:rPr sz="2000">
                <a:latin typeface="微软雅黑" panose="020B0503020204020204" charset="-122"/>
              </a:rPr>
              <a:t>B) 3</a:t>
            </a:r>
            <a:endParaRPr sz="2000">
              <a:latin typeface="微软雅黑" panose="020B0503020204020204" charset="-122"/>
            </a:endParaRPr>
          </a:p>
          <a:p>
            <a:pPr algn="l">
              <a:lnSpc>
                <a:spcPts val="2400"/>
              </a:lnSpc>
              <a:spcAft>
                <a:spcPts val="1200"/>
              </a:spcAft>
            </a:pPr>
            <a:r>
              <a:rPr sz="2000">
                <a:latin typeface="微软雅黑" panose="020B0503020204020204" charset="-122"/>
              </a:rPr>
              <a:t>C) 2</a:t>
            </a:r>
            <a:r>
              <a:rPr sz="2000"/>
              <a:t>	</a:t>
            </a:r>
            <a:r>
              <a:rPr sz="2000">
                <a:latin typeface="微软雅黑" panose="020B0503020204020204" charset="-122"/>
              </a:rPr>
              <a:t>D) 1</a:t>
            </a:r>
            <a:endParaRPr sz="20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A</a:t>
            </a:r>
          </a:p>
          <a:p>
            <a:pPr algn="l">
              <a:lnSpc>
                <a:spcPts val="2400"/>
              </a:lnSpc>
            </a:pPr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知识点：二叉树性质。满二叉树时叶子节点最多，但求最小层数：第k层最多</a:t>
            </a:r>
            <a:r>
              <a:rPr sz="1800" i="1">
                <a:latin typeface="Cambria Math" panose="02040503050406030204"/>
              </a:rPr>
              <a:t>2^{k-1}</a:t>
            </a:r>
            <a:r>
              <a:rPr sz="1800">
                <a:latin typeface="微软雅黑" panose="020B0503020204020204" charset="-122"/>
              </a:rPr>
              <a:t>个叶子，</a:t>
            </a:r>
            <a:r>
              <a:rPr sz="1800" i="1">
                <a:latin typeface="Cambria Math" panose="02040503050406030204"/>
              </a:rPr>
              <a:t>2^{k-1} ≥ 10</a:t>
            </a:r>
            <a:r>
              <a:rPr sz="1800">
                <a:latin typeface="微软雅黑" panose="020B0503020204020204" charset="-122"/>
              </a:rPr>
              <a:t>，k最小为5层？计算：</a:t>
            </a:r>
            <a:r>
              <a:rPr sz="1800" i="1">
                <a:latin typeface="Cambria Math" panose="02040503050406030204"/>
              </a:rPr>
              <a:t>2^{3}=8&lt;10</a:t>
            </a:r>
            <a:r>
              <a:rPr sz="1800">
                <a:latin typeface="微软雅黑" panose="020B0503020204020204" charset="-122"/>
              </a:rPr>
              <a:t>，</a:t>
            </a:r>
            <a:r>
              <a:rPr sz="1800" i="1">
                <a:latin typeface="Cambria Math" panose="02040503050406030204"/>
              </a:rPr>
              <a:t>2^{4}=16≥10</a:t>
            </a:r>
            <a:r>
              <a:rPr sz="1800">
                <a:latin typeface="微软雅黑" panose="020B0503020204020204" charset="-122"/>
              </a:rPr>
              <a:t>，所以至少4层。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演示</Application>
  <PresentationFormat>On-screen Show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Cambria Math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2</cp:revision>
  <dcterms:created xsi:type="dcterms:W3CDTF">2013-01-27T09:14:00Z</dcterms:created>
  <dcterms:modified xsi:type="dcterms:W3CDTF">2026-04-13T11:17:44Z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E7DE165492464073A97CF45919C54191_12</vt:lpwstr>
  </property>
  <property fmtid="{D5CDD505-2E9C-101B-9397-08002B2CF9AE}" pid="3" name="KSOProductBuildVer">
    <vt:lpwstr>2052-12.1.0.23542</vt:lpwstr>
  </property>
</Properties>
</file>